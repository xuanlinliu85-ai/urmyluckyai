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bade0ace3e41ef" /><Relationship Type="http://schemas.openxmlformats.org/officeDocument/2006/relationships/extended-properties" Target="/docProps/app.xml" Id="R4ebcf85ef9334305" /><Relationship Type="http://schemas.openxmlformats.org/officeDocument/2006/relationships/officeDocument" Target="/ppt/presentation.xml" Id="Rb47d8c255ee346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b001118d664c41"/>
  </p:sldMasterIdLst>
  <p:notesMasterIdLst>
    <p:notesMasterId xmlns:r="http://schemas.openxmlformats.org/officeDocument/2006/relationships" r:id="R6e7f7196872f48c7"/>
  </p:notesMasterIdLst>
  <p:sldIdLst>
    <p:sldId xmlns:r="http://schemas.openxmlformats.org/officeDocument/2006/relationships" id="256" r:id="R3e9b80d837b4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32a6969e84443" /><Relationship Type="http://schemas.openxmlformats.org/officeDocument/2006/relationships/slideMaster" Target="/ppt/slideMasters/slideMaster1.xml" Id="R3cb001118d664c41" /><Relationship Type="http://schemas.openxmlformats.org/officeDocument/2006/relationships/notesMaster" Target="/ppt/notesMasters/notesMaster1.xml" Id="R6e7f7196872f48c7" /><Relationship Type="http://schemas.openxmlformats.org/officeDocument/2006/relationships/presProps" Target="/ppt/presProps.xml" Id="R4cfb578fedc2466a" /><Relationship Type="http://schemas.openxmlformats.org/officeDocument/2006/relationships/tableStyles" Target="/ppt/tableStyles.xml" Id="R53a604a24ad144e0" /><Relationship Type="http://schemas.openxmlformats.org/officeDocument/2006/relationships/slide" Target="/ppt/slides/slide1.xml" Id="R3e9b80d837b4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8df6a139b46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1d76eddd07464e" /><Relationship Type="http://schemas.openxmlformats.org/officeDocument/2006/relationships/notesMaster" Target="/ppt/notesMasters/notesMaster1.xml" Id="R2fe345ffde47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91baa2840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9606f7ea1464a" /><Relationship Type="http://schemas.openxmlformats.org/officeDocument/2006/relationships/slideLayout" Target="/ppt/slideLayouts/slideLayout1.xml" Id="R2b100a6518094c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00a6518094c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74d5dcba94c2e" /><Relationship Type="http://schemas.openxmlformats.org/officeDocument/2006/relationships/chart" Target="/ppt/slides/charts/chart1.xml" Id="Rb2b85b40a0e04ac1" /><Relationship Type="http://schemas.openxmlformats.org/officeDocument/2006/relationships/notesSlide" Target="/ppt/notesSlides/notesSlide1.xml" Id="Rad6538a6a0264f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23B5D"/>
            </a:solidFill>
          </c:spPr>
          <c:cat>
            <c:strLit>
              <c:ptCount val="6"/>
              <c:pt idx="0">
                <c:v>基期</c:v>
              </c:pt>
              <c:pt idx="1">
                <c:v>一厂</c:v>
              </c:pt>
              <c:pt idx="2">
                <c:v>二厂</c:v>
              </c:pt>
              <c:pt idx="3">
                <c:v>三厂</c:v>
              </c:pt>
              <c:pt idx="4">
                <c:v>四厂</c:v>
              </c:pt>
              <c:pt idx="5">
                <c:v>五厂</c:v>
              </c:pt>
            </c:strLit>
          </c:cat>
          <c:val>
            <c:numLit>
              <c:formatCode>General</c:formatCode>
              <c:ptCount val="6"/>
              <c:pt idx="0">
                <c:v>98</c:v>
              </c:pt>
              <c:pt idx="1">
                <c:v>99</c:v>
              </c:pt>
              <c:pt idx="2">
                <c:v>97</c:v>
              </c:pt>
              <c:pt idx="3">
                <c:v>98</c:v>
              </c:pt>
              <c:pt idx="4">
                <c:v>96</c:v>
              </c:pt>
              <c:pt idx="5">
                <c:v>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6E7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6E7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731E0CA-E24F-4520-8798-214BF9B1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E697D7A1-70BA-4D9F-937C-8019CD5D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AECFFE4F-8BA4-4B42-8AE5-A5EA8EA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4F33FF-9834-43B7-93CE-90AE43C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01 / 01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20B8AC-B691-4977-B6DC-28422FF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交付率需要清晰标注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AFD8A90E-7AB8-4BDA-8FBA-A77CEC9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2476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b85b40a0e04ac1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6E1DD625-11C9-4056-B63F-10AD674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E3EDAC2F-C0ED-493F-B47B-11B2D32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3915A82C-A7D0-4A71-B832-FBAE159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+1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3CA65679-F188-4E6E-A489-E5150137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标签必须保持可读</a:t>
            </a:r>
          </a:p>
        </p:txBody>
      </p:sp>
    </p:spTree>
    <p:extLst>
      <p:ext uri="{BB962C8B-B14F-4D97-AF65-F5344CB8AC3E}">
        <p14:creationId xmlns:p14="http://schemas.microsoft.com/office/powerpoint/2010/main" val="2080209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2026-08-22T13:44:37.8910000Z</dcterms:created>
  <dcterms:modified xsi:type="dcterms:W3CDTF">2026-08-22T13:44:37.8910000Z</dcterms:modified>
</coreProperties>
</file>