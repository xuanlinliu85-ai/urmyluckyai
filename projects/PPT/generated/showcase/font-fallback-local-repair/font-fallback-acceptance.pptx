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2b0ce98a14605" /><Relationship Type="http://schemas.openxmlformats.org/officeDocument/2006/relationships/extended-properties" Target="/docProps/app.xml" Id="Ra89a54255fde48c3" /><Relationship Type="http://schemas.openxmlformats.org/officeDocument/2006/relationships/officeDocument" Target="/ppt/presentation.xml" Id="R4ff1b88f17a6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4ac7a91d44f24"/>
  </p:sldMasterIdLst>
  <p:notesMasterIdLst>
    <p:notesMasterId xmlns:r="http://schemas.openxmlformats.org/officeDocument/2006/relationships" r:id="R9d14ed688bc34659"/>
  </p:notesMasterIdLst>
  <p:sldIdLst>
    <p:sldId xmlns:r="http://schemas.openxmlformats.org/officeDocument/2006/relationships" id="256" r:id="Rb4a266734df442a5"/>
    <p:sldId xmlns:r="http://schemas.openxmlformats.org/officeDocument/2006/relationships" id="257" r:id="Rd8f3544a7803452f"/>
    <p:sldId xmlns:r="http://schemas.openxmlformats.org/officeDocument/2006/relationships" id="258" r:id="Rc7732fff85f3403c"/>
    <p:sldId xmlns:r="http://schemas.openxmlformats.org/officeDocument/2006/relationships" id="259" r:id="R5ef4bda7ccbc4187"/>
    <p:sldId xmlns:r="http://schemas.openxmlformats.org/officeDocument/2006/relationships" id="260" r:id="R9fa25adb5dc94570"/>
    <p:sldId xmlns:r="http://schemas.openxmlformats.org/officeDocument/2006/relationships" id="261" r:id="Rf9027366583d42ad"/>
    <p:sldId xmlns:r="http://schemas.openxmlformats.org/officeDocument/2006/relationships" id="262" r:id="Rf13655393f4545c6"/>
    <p:sldId xmlns:r="http://schemas.openxmlformats.org/officeDocument/2006/relationships" id="263" r:id="R755db111883a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49788ffc64ec7" /><Relationship Type="http://schemas.openxmlformats.org/officeDocument/2006/relationships/slideMaster" Target="/ppt/slideMasters/slideMaster1.xml" Id="R0b64ac7a91d44f24" /><Relationship Type="http://schemas.openxmlformats.org/officeDocument/2006/relationships/notesMaster" Target="/ppt/notesMasters/notesMaster1.xml" Id="R9d14ed688bc34659" /><Relationship Type="http://schemas.openxmlformats.org/officeDocument/2006/relationships/presProps" Target="/ppt/presProps.xml" Id="R967efafeb3844439" /><Relationship Type="http://schemas.openxmlformats.org/officeDocument/2006/relationships/tableStyles" Target="/ppt/tableStyles.xml" Id="R83005e8d78eb4f72" /><Relationship Type="http://schemas.openxmlformats.org/officeDocument/2006/relationships/slide" Target="/ppt/slides/slide1.xml" Id="Rb4a266734df442a5" /><Relationship Type="http://schemas.openxmlformats.org/officeDocument/2006/relationships/slide" Target="/ppt/slides/slide2.xml" Id="Rd8f3544a7803452f" /><Relationship Type="http://schemas.openxmlformats.org/officeDocument/2006/relationships/slide" Target="/ppt/slides/slide3.xml" Id="Rc7732fff85f3403c" /><Relationship Type="http://schemas.openxmlformats.org/officeDocument/2006/relationships/slide" Target="/ppt/slides/slide4.xml" Id="R5ef4bda7ccbc4187" /><Relationship Type="http://schemas.openxmlformats.org/officeDocument/2006/relationships/slide" Target="/ppt/slides/slide5.xml" Id="R9fa25adb5dc94570" /><Relationship Type="http://schemas.openxmlformats.org/officeDocument/2006/relationships/slide" Target="/ppt/slides/slide6.xml" Id="Rf9027366583d42ad" /><Relationship Type="http://schemas.openxmlformats.org/officeDocument/2006/relationships/slide" Target="/ppt/slides/slide7.xml" Id="Rf13655393f4545c6" /><Relationship Type="http://schemas.openxmlformats.org/officeDocument/2006/relationships/slide" Target="/ppt/slides/slide8.xml" Id="R755db111883a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47658d10c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7cd20de644b79" /><Relationship Type="http://schemas.openxmlformats.org/officeDocument/2006/relationships/notesMaster" Target="/ppt/notesMasters/notesMaster1.xml" Id="R9aa59e80df40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de40eb1f34f15" /><Relationship Type="http://schemas.openxmlformats.org/officeDocument/2006/relationships/notesMaster" Target="/ppt/notesMasters/notesMaster1.xml" Id="R69a92fe5f3fe4b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cedc1be0f34384" /><Relationship Type="http://schemas.openxmlformats.org/officeDocument/2006/relationships/notesMaster" Target="/ppt/notesMasters/notesMaster1.xml" Id="Ra5f38535595f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031d69fa74936" /><Relationship Type="http://schemas.openxmlformats.org/officeDocument/2006/relationships/notesMaster" Target="/ppt/notesMasters/notesMaster1.xml" Id="R94b9ced6fa224b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c771ef927446c3" /><Relationship Type="http://schemas.openxmlformats.org/officeDocument/2006/relationships/notesMaster" Target="/ppt/notesMasters/notesMaster1.xml" Id="R9a97990b7e15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96367ad1b4437" /><Relationship Type="http://schemas.openxmlformats.org/officeDocument/2006/relationships/notesMaster" Target="/ppt/notesMasters/notesMaster1.xml" Id="R41816988bbab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5e06e1f7d4f15" /><Relationship Type="http://schemas.openxmlformats.org/officeDocument/2006/relationships/notesMaster" Target="/ppt/notesMasters/notesMaster1.xml" Id="R7e9d8bdf74024b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bf00c675a4e0c" /><Relationship Type="http://schemas.openxmlformats.org/officeDocument/2006/relationships/notesMaster" Target="/ppt/notesMasters/notesMaster1.xml" Id="R281574319338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6b2352c114c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c9afd82d34ff4" /><Relationship Type="http://schemas.openxmlformats.org/officeDocument/2006/relationships/slideLayout" Target="/ppt/slideLayouts/slideLayout1.xml" Id="R7656f2b45ac34e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56f2b45ac34e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c0775704546b7" /><Relationship Type="http://schemas.openxmlformats.org/officeDocument/2006/relationships/notesSlide" Target="/ppt/notesSlides/notesSlide1.xml" Id="R30124e642002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79631a004462" /><Relationship Type="http://schemas.openxmlformats.org/officeDocument/2006/relationships/notesSlide" Target="/ppt/notesSlides/notesSlide2.xml" Id="R4a96fa503e80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b0be5afb4265" /><Relationship Type="http://schemas.openxmlformats.org/officeDocument/2006/relationships/notesSlide" Target="/ppt/notesSlides/notesSlide3.xml" Id="Rb529dbb28f184b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860f822f746ec" /><Relationship Type="http://schemas.openxmlformats.org/officeDocument/2006/relationships/chart" Target="/ppt/slides/charts/chart1.xml" Id="R336268398597416a" /><Relationship Type="http://schemas.openxmlformats.org/officeDocument/2006/relationships/notesSlide" Target="/ppt/notesSlides/notesSlide4.xml" Id="R6043f8b3f586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b6d6df822458e" /><Relationship Type="http://schemas.openxmlformats.org/officeDocument/2006/relationships/notesSlide" Target="/ppt/notesSlides/notesSlide5.xml" Id="R0c814b8fad10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6a2b0817d4f33" /><Relationship Type="http://schemas.openxmlformats.org/officeDocument/2006/relationships/notesSlide" Target="/ppt/notesSlides/notesSlide6.xml" Id="Ra67fba41094e45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5db9762194f36" /><Relationship Type="http://schemas.openxmlformats.org/officeDocument/2006/relationships/notesSlide" Target="/ppt/notesSlides/notesSlide7.xml" Id="R3e0e4ce5884f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3b0a0b4a548e3" /><Relationship Type="http://schemas.openxmlformats.org/officeDocument/2006/relationships/notesSlide" Target="/ppt/notesSlides/notesSlide8.xml" Id="R86e3730293db45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DDF07878-B4AC-4F8A-9E39-5D94148E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19778DDA-40EC-491D-A7FB-33B202B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92B6D9E-F27A-45C1-9A84-99788DE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75" b="1" spc="2">
                <a:solidFill>
                  <a:srgbClr val="AFC0CE"/>
                </a:solidFill>
                <a:latin typeface="Noto Sans CJK Missing"/>
                <a:ea typeface="Noto Sans CJK Missing"/>
                <a:cs typeface="Noto Sans CJK Missing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6F9BF1-D59C-4DEC-954A-EF50232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C0C401-6FDC-4A44-B432-59AB4073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4F643321-04ED-4B4E-A935-9ABA6EC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2175" b="1">
                <a:solidFill>
                  <a:srgbClr val="0B2239"/>
                </a:solidFill>
                <a:latin typeface="Noto Sans CJK Missing"/>
                <a:ea typeface="Noto Sans CJK Missing"/>
                <a:cs typeface="Noto Sans CJK Missing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2175" b="1">
                <a:solidFill>
                  <a:srgbClr val="0B2239"/>
                </a:solidFill>
                <a:latin typeface="Noto Sans CJK Missing"/>
                <a:ea typeface="Noto Sans CJK Missing"/>
                <a:cs typeface="Noto Sans CJK Missing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DB67FFAE-3EB5-43FB-B224-7A267A46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5C6878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825" b="1" spc="1">
                <a:solidFill>
                  <a:srgbClr val="5C6878"/>
                </a:solidFill>
                <a:latin typeface="Noto Sans CJK Missing"/>
                <a:ea typeface="Noto Sans CJK Missing"/>
                <a:cs typeface="Noto Sans CJK Missing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057DD4-5F71-431E-A4A8-362762E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C6878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5C6878"/>
                </a:solidFill>
                <a:latin typeface="Noto Sans CJK Missing"/>
                <a:ea typeface="Noto Sans CJK Missing"/>
                <a:cs typeface="Noto Sans CJK Missing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874184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B7FC7B-1359-40AF-8930-2E1110B5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4A80098E-ABCA-407F-8600-BFE7699F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A9120EC3-C788-4A94-8BCE-985D68F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6B0FEB-2B0C-4557-89E7-ECFB9D91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A6E235-DB59-4EBB-AB23-FF061715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36AA337B-09E5-4BEB-B194-FABBB46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62AB8336-054F-464C-BBF1-78FB9D80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00" b="1" spc="2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52483AD2-F9D5-46D8-8A42-CF43A21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EE599A99-9A55-42FF-AFDD-695C4053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ADB9C66E-4492-4BAC-B0C9-80043B8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2160BBD6-988E-494F-B846-8CBFEC8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A3C58774-B9AA-49F2-8093-B0FA511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E763C99F-68FB-4BED-9665-3C357EE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10CA4555-8C37-4A0F-A3D3-C4C5D69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7616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CC2A6CC-302E-4A27-B144-83DC6D3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93115D84-D89A-49A1-A955-9DE53B8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AE613159-36B0-47AE-9D97-193AE435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5ECA3C-2E2C-4527-869F-92F7A50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2AC052-0240-4B49-8280-6A5AE376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33915FD0-C423-4590-865C-319AE300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B8FDE492-DF1F-4D59-8B7C-3B162A8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8B8EE1A8-961D-4C16-BB15-1A19F96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51681BCA-53C0-485F-8CA7-D8D5A136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130841EA-40DC-4516-BFA7-F13B156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8330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350" b="1">
                <a:solidFill>
                  <a:srgbClr val="B78330"/>
                </a:solidFill>
                <a:latin typeface="Noto Sans CJK Missing"/>
                <a:ea typeface="Noto Sans CJK Missing"/>
                <a:cs typeface="Noto Sans CJK Missing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DD426AE3-68C0-4CD7-B4AE-DD7FC8F3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39A2B7F1-9ED3-4D66-81B3-D9F32A3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ACA0DDCC-450A-4715-B7F8-8C3E8CC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8330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350" b="1">
                <a:solidFill>
                  <a:srgbClr val="B78330"/>
                </a:solidFill>
                <a:latin typeface="Noto Sans CJK Missing"/>
                <a:ea typeface="Noto Sans CJK Missing"/>
                <a:cs typeface="Noto Sans CJK Missing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5BC34F16-F0A4-46D1-91F0-BF561A4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451AF706-5BC9-4BDD-A6EC-422B38B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299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AECBD03-8D23-4E7F-931B-5371BBC2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0B9AD877-1BA8-4EA0-8FD0-93B7558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7F5BF59D-BBFE-4360-ABEA-477B1D7A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F87267-B9A5-4C15-B465-98E510F4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64DBC-7412-423C-987D-246C27E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CA1C08E0-54D0-451A-9E2A-93280534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6268398597416a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4CC097AB-08CB-473A-AED8-187136B0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ADBB6A35-1088-4337-813A-22FB365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08488958-7160-4118-95C7-7533695C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3750" b="1">
                <a:solidFill>
                  <a:srgbClr val="FFFFFF"/>
                </a:solidFill>
                <a:latin typeface="Noto Sans CJK Missing"/>
                <a:ea typeface="Noto Sans CJK Missing"/>
                <a:cs typeface="Noto Sans CJK Missing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215E3BE2-9069-4C23-8A4F-B9A400E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1653546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77D99EFB-7D17-45E7-A436-00F8C5B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B1C274A8-2184-4E93-93E1-1BF93D6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B5EE043-A9F1-4DDB-9768-6D50D39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EB4B36-CE31-44D6-B9C0-FCFABD7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51FB2A-50BF-487F-8EEB-A1497CA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B2DE0CAB-EBDA-48D1-B6E1-DD8A7B4D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A4AFBFC-C656-4761-A2C9-24AB10B4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DA5703D9-9044-4FCD-A2C9-9060C6FD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2E17BF50-F54C-4927-8524-5AD7D903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4BA10E8-7A3B-4DF7-8621-A01769B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3450" b="1">
                <a:solidFill>
                  <a:srgbClr val="113558"/>
                </a:solidFill>
                <a:latin typeface="Noto Sans CJK Missing"/>
                <a:ea typeface="Noto Sans CJK Missing"/>
                <a:cs typeface="Noto Sans CJK Missing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D203190A-8419-46F5-AEEB-6E31617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6E563082-F62A-4A25-BD32-680F4B0F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5603555B-CD64-4833-9277-A3A0BE6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182619F1-C68C-4D03-8B87-4B4486A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640689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5110244-66F4-41CF-9059-9237DBDA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069F6004-8D41-40CC-AC34-4E630349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C9F25B7-133B-4719-82B0-8468E415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F683B2-A8E4-46DC-9EF8-73DFE2A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11CB0-4978-4827-9A6C-E17BE621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D6D6C814-75CA-448B-86FC-91D4D44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F8A2FC0A-44F7-4C28-A678-0F45AEC7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A561828C-6AC0-4B44-874C-F51EAE0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275" b="1">
                <a:solidFill>
                  <a:srgbClr val="FFFFFF"/>
                </a:solidFill>
                <a:latin typeface="Noto Sans CJK Missing"/>
                <a:ea typeface="Noto Sans CJK Missing"/>
                <a:cs typeface="Noto Sans CJK Missing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357E505E-7BB4-4A04-800F-B1882277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EE3AC35E-D2D3-43C5-9E14-7859A0D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3215D8DA-C7E7-47EE-BB50-AA68D3D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831CB380-2AB5-4C29-BB92-D603E91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26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275" b="1">
                <a:solidFill>
                  <a:srgbClr val="262626"/>
                </a:solidFill>
                <a:latin typeface="Noto Sans CJK Missing"/>
                <a:ea typeface="Noto Sans CJK Missing"/>
                <a:cs typeface="Noto Sans CJK Missing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24B2821E-CE40-4B43-93F0-6C31928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793262CF-A4C1-45F2-8C24-6C065E0B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95BC4944-9898-4687-953A-491FC77C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1201219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641762CD-9B4B-4E5C-A95B-9F2AE0CC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B53603B-FF18-4979-94E4-384F4DC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6762EA77-123C-4434-B158-88AF3F2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396FE-53D3-4806-9FD4-6D16E2E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AF538E-9E29-4905-997B-49480D4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29941CFF-C1AB-470F-953C-9BE9081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3225" b="1">
                <a:solidFill>
                  <a:srgbClr val="113558"/>
                </a:solidFill>
                <a:latin typeface="Noto Sans CJK Missing"/>
                <a:ea typeface="Noto Sans CJK Missing"/>
                <a:cs typeface="Noto Sans CJK Missing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26BA4740-529E-4571-9FF5-5CF66FD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16F4797F-13B9-476F-B567-BC738246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B7839C6B-3ED5-49B4-9526-BB43820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6D48C59E-2FE0-41DB-9AEC-3E451FA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47DE0294-F802-46CE-9664-703094F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AFF5F37F-2261-4A8C-B3A3-07748AA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5CF20739-4265-4552-9D12-87DFDF37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1E394D37-E450-4E7B-8DF8-131A7E2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1041973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BD486D-CC65-4E01-9590-58511956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9B90579-4FD1-4938-AB48-3504170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5A8AA01-5BD1-4B47-986D-3760909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16E7E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B2740C-D196-4FFC-831C-F007AA4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750">
                <a:solidFill>
                  <a:srgbClr val="616E7E"/>
                </a:solidFill>
                <a:latin typeface="Noto Sans CJK Missing"/>
                <a:ea typeface="Noto Sans CJK Missing"/>
                <a:cs typeface="Noto Sans CJK Missing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990D46C1-4CF6-4DC1-AC93-6E6948B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21BF22C2-3AC8-4048-8310-D363A90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900" b="1" spc="1">
                <a:solidFill>
                  <a:srgbClr val="C18A32"/>
                </a:solidFill>
                <a:latin typeface="Noto Sans CJK Missing"/>
                <a:ea typeface="Noto Sans CJK Missing"/>
                <a:cs typeface="Noto Sans CJK Missing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3258486A-A850-42A0-9C1E-01064411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FDAE65B7-F252-4BE2-AC72-CF72DB8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BBBDDBC3-D988-446C-A4D1-8A8912F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8FC9172E-4C6B-41B7-9774-52C0D60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F791AC8E-CEC8-40AA-9AB4-297608BC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50D8EB21-6073-42BD-88F0-1ECDDE15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50F575F5-B84C-4A4F-881D-0F862734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0185FD69-3181-47D4-B69D-992CC52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91E05430-CE38-4510-A1F7-950CB26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defRPr>
            </a:pPr>
            <a:r>
              <a:rPr sz="1125" b="1">
                <a:solidFill>
                  <a:srgbClr val="916826"/>
                </a:solidFill>
                <a:latin typeface="Noto Sans CJK Missing"/>
                <a:ea typeface="Noto Sans CJK Missing"/>
                <a:cs typeface="Noto Sans CJK Missing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F8336CA3-2B5A-4B72-B209-AABFC7D5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4EB91DAB-66D2-40C7-9EAC-AB7E62E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4619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2026-08-22T13:39:22.9510000Z</dcterms:created>
  <dcterms:modified xsi:type="dcterms:W3CDTF">2026-08-22T13:39:22.9510000Z</dcterms:modified>
</coreProperties>
</file>